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0a8ea28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0a8ea28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0a8ea28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0a8ea28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0a8ea28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0a8ea28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0a8ea28b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0a8ea28b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0a8ea28b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0a8ea28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386556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3386556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3865560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3386556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3865560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3386556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3865560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33865560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0a8ea28b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0a8ea28b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269915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3269915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0a8ea28b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0a8ea28b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1a8222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31a8222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32699156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3269915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2699156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32699156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0a8ea28b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0a8ea28b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0a8ea28b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0a8ea28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Classificação de Imagens de Plantas Doentes utilizando Visão Computacional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Henrique Mendonça Castelar Campos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dos desafios encontrados na agricultura moderna consiste na identificação, detecção e isolamento de culturas de plantas doentes, visto que a doença pode se espalhar, resultando na contaminação de toda a produção agrícola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Este trabalho tem como objetivo o desenvolvimento de um modelo de rede neural convolucional capaz de utilizar visão computacional para ajudar a identificar plantas doentes.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Trabalhos Relacionados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Bahaa S. Hamed, Mahmoud M. Hussein, Afaf M. Mousa em [1] propuseram o desenvolvimento de uma rede neural convolucional EfficientNetV2S para a classificação de doenças em plantas.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Em [2], foi proposto o desenvolvimento de uma plataforma chamada </a:t>
            </a:r>
            <a:br>
              <a:rPr lang="pt-BR"/>
            </a:br>
            <a:r>
              <a:rPr lang="pt-BR"/>
              <a:t>“FarmEasy” na qual </a:t>
            </a:r>
            <a:r>
              <a:rPr lang="pt-BR"/>
              <a:t>possui</a:t>
            </a:r>
            <a:r>
              <a:rPr lang="pt-BR"/>
              <a:t> capacidade de detectar e classificar doenças de plantas.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Dataset: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Plant Village Dataset [3]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38 classes de doenças de plantas, incluindo classes de plantas saudáveis e doentes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Pré-Processamento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Criação de uma arquivo no formato CSV com os seguintes atributos: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Nomes dos arquivos de imagem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Versão do arquivo (colorido, escalas de cinza e segmentado)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Tipo de doença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Separação do conjunto de treino e teste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20% para o conjunto de teste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Estado randômico: 1024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desenvolvidos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ResNet50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EfficientNetV2S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GoogLeNet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</a:t>
            </a:r>
            <a:r>
              <a:rPr lang="pt-BR"/>
              <a:t>ão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ResNet50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9" title="resnet50.py.png"/>
          <p:cNvPicPr preferRelativeResize="0"/>
          <p:nvPr/>
        </p:nvPicPr>
        <p:blipFill rotWithShape="1">
          <a:blip r:embed="rId3">
            <a:alphaModFix/>
          </a:blip>
          <a:srcRect b="377" l="0" r="0" t="387"/>
          <a:stretch/>
        </p:blipFill>
        <p:spPr>
          <a:xfrm>
            <a:off x="4278657" y="0"/>
            <a:ext cx="4865333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</a:t>
            </a:r>
            <a:r>
              <a:rPr lang="pt-BR"/>
              <a:t>ão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EfficientNetV2S</a:t>
            </a:r>
            <a:endParaRPr/>
          </a:p>
        </p:txBody>
      </p:sp>
      <p:pic>
        <p:nvPicPr>
          <p:cNvPr id="131" name="Google Shape;131;p20" title="efficientnetv2s.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050" y="510225"/>
            <a:ext cx="5970948" cy="463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GoogLeNet</a:t>
            </a:r>
            <a:endParaRPr/>
          </a:p>
        </p:txBody>
      </p:sp>
      <p:pic>
        <p:nvPicPr>
          <p:cNvPr id="138" name="Google Shape;138;p21" title="googlenet.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542" y="497950"/>
            <a:ext cx="5987456" cy="464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GoogLeNet</a:t>
            </a:r>
            <a:endParaRPr/>
          </a:p>
        </p:txBody>
      </p:sp>
      <p:pic>
        <p:nvPicPr>
          <p:cNvPr id="145" name="Google Shape;145;p22" title="googlenet.py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97" y="0"/>
            <a:ext cx="464120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/>
              <a:t>ResNet50</a:t>
            </a:r>
            <a:endParaRPr b="1"/>
          </a:p>
        </p:txBody>
      </p:sp>
      <p:pic>
        <p:nvPicPr>
          <p:cNvPr id="152" name="Google Shape;152;p23" title="matriz_confusao_resnet_plantvill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875" y="476475"/>
            <a:ext cx="5186125" cy="466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ResNet50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Verdadeiro Positivo (TVP): 97,82977590360394%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Verdadeiro Negativo (TVN): 99,9515011065704%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Falso Positivo (TFP): 00,04849889342958133%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Falso Negativo (TFN): 02,170224096396056%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Acurácia: 98,21691627792781%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Perda:  5,45535683631897%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/>
              <a:t>GoogLeNet</a:t>
            </a:r>
            <a:endParaRPr b="1"/>
          </a:p>
        </p:txBody>
      </p:sp>
      <p:pic>
        <p:nvPicPr>
          <p:cNvPr id="165" name="Google Shape;165;p25" title="matriz_confusao_googlenet_plantvill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076" y="548650"/>
            <a:ext cx="5105925" cy="459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GoogLeNet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Verdadeiro Positivo (TVP): 96,82533375121448%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Verdadeiro Negativo (TVN): 99,93167297621002%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Falso Positivo (TFP): 00,06832702378997811%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Falso Negativo (TFN): 03,174666248785538%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Acurácia: 97,80752062797546%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Perda:  07,479541748762131%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EfficientNetV2S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7" title="matriz_confusao_efficientnet_plantvill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9951" y="514350"/>
            <a:ext cx="5144049" cy="462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EfficientNetV2S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Verdadeiro Positivo (TVP): 98,85987305127136%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Verdadeiro Negativo (TVN): 99,97472136956506%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Falso Positivo (TFP): 00,02527863043493335%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Média da Taxa de Falso Negativo (TFN): 01,1401269487286432%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Acurácia: 99,06702676160078%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Perda:  02,663467451930046%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 modelo </a:t>
            </a:r>
            <a:r>
              <a:rPr b="1" lang="pt-BR"/>
              <a:t>EfficientNetV2S</a:t>
            </a:r>
            <a:r>
              <a:rPr lang="pt-BR"/>
              <a:t> foi o que obteve a melhor acur</a:t>
            </a:r>
            <a:r>
              <a:rPr lang="pt-BR"/>
              <a:t>ácia quando</a:t>
            </a:r>
            <a:r>
              <a:rPr lang="pt-BR"/>
              <a:t> comparado ao </a:t>
            </a:r>
            <a:r>
              <a:rPr b="1" lang="pt-BR"/>
              <a:t>GoogLeNet</a:t>
            </a:r>
            <a:r>
              <a:rPr lang="pt-BR"/>
              <a:t> e ao </a:t>
            </a:r>
            <a:r>
              <a:rPr b="1" lang="pt-BR"/>
              <a:t>ResNet50</a:t>
            </a:r>
            <a:r>
              <a:rPr lang="pt-BR"/>
              <a:t> para o Dataset PlantVillage.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[1] HAMED, Bahaa S.; HUSSEIN, Mahmoud M.; MOUSA, Afaf M. Plant disease detection using deep learning. International Journal of Intelligent Systems and Applications, v. 15, n. 6, p. 38-50, 2023.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[2] P. Pandey, K. Patyane, M. Padekar, R. Mohite, P. Mane and A. Avhad, "Plant Disease Detection Using Deep Learning Model - Application FarmEasy," 2023 International Conference on Advanced Computing Technologies and Applications (ICACTA), Mumbai, India, 2023, pp. 1-6, doi: 10.1109/ICACTA58201.2023.10393095. keywords: {Deep learning;Training;Plant diseases;Computer vision;Machine learning algorithms;Automation;Manuals;Machine learning;Plant disease;Image analysis;Convolutional neural networks;Disease detection;Precision agriculture;Feature extraction},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[3] PLANTVILLAGE Dataset. Kaggle, 2019. Disponível em: https://www.kaggle.com/datasets/abdallahalidev/plantvillage-dataset. Acesso em: 18 jun. 2026.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